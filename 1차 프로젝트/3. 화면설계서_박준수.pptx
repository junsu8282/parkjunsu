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67" r:id="rId2"/>
    <p:sldId id="266" r:id="rId3"/>
    <p:sldId id="268" r:id="rId4"/>
    <p:sldId id="269" r:id="rId5"/>
    <p:sldId id="270" r:id="rId6"/>
  </p:sldIdLst>
  <p:sldSz cx="24384000" cy="13716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72E5BB4-257B-93CD-764F-7845F364569E}" v="90" dt="2026-03-16T04:46:09.76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39" d="100"/>
          <a:sy n="39" d="100"/>
        </p:scale>
        <p:origin x="690" y="7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microsoft.com/office/2015/10/relationships/revisionInfo" Target="revisionInfo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3/21/2026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7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3F1534F-FB79-9126-EFEE-75BEA96CCD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B92CB9C0-6D62-CCC7-7D10-A61552F6608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3187016"/>
              </p:ext>
            </p:extLst>
          </p:nvPr>
        </p:nvGraphicFramePr>
        <p:xfrm>
          <a:off x="533399" y="304800"/>
          <a:ext cx="23293602" cy="19812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882267">
                  <a:extLst>
                    <a:ext uri="{9D8B030D-6E8A-4147-A177-3AD203B41FA5}">
                      <a16:colId xmlns:a16="http://schemas.microsoft.com/office/drawing/2014/main" val="3008628612"/>
                    </a:ext>
                  </a:extLst>
                </a:gridCol>
                <a:gridCol w="3882267">
                  <a:extLst>
                    <a:ext uri="{9D8B030D-6E8A-4147-A177-3AD203B41FA5}">
                      <a16:colId xmlns:a16="http://schemas.microsoft.com/office/drawing/2014/main" val="676787877"/>
                    </a:ext>
                  </a:extLst>
                </a:gridCol>
                <a:gridCol w="3882267">
                  <a:extLst>
                    <a:ext uri="{9D8B030D-6E8A-4147-A177-3AD203B41FA5}">
                      <a16:colId xmlns:a16="http://schemas.microsoft.com/office/drawing/2014/main" val="4230366021"/>
                    </a:ext>
                  </a:extLst>
                </a:gridCol>
                <a:gridCol w="3882267">
                  <a:extLst>
                    <a:ext uri="{9D8B030D-6E8A-4147-A177-3AD203B41FA5}">
                      <a16:colId xmlns:a16="http://schemas.microsoft.com/office/drawing/2014/main" val="750898098"/>
                    </a:ext>
                  </a:extLst>
                </a:gridCol>
                <a:gridCol w="3882267">
                  <a:extLst>
                    <a:ext uri="{9D8B030D-6E8A-4147-A177-3AD203B41FA5}">
                      <a16:colId xmlns:a16="http://schemas.microsoft.com/office/drawing/2014/main" val="1811449162"/>
                    </a:ext>
                  </a:extLst>
                </a:gridCol>
                <a:gridCol w="3882267">
                  <a:extLst>
                    <a:ext uri="{9D8B030D-6E8A-4147-A177-3AD203B41FA5}">
                      <a16:colId xmlns:a16="http://schemas.microsoft.com/office/drawing/2014/main" val="3001645729"/>
                    </a:ext>
                  </a:extLst>
                </a:gridCol>
              </a:tblGrid>
              <a:tr h="99060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800" dirty="0"/>
                        <a:t>프로젝트 명</a:t>
                      </a:r>
                    </a:p>
                  </a:txBody>
                  <a:tcPr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800" dirty="0"/>
                        <a:t>식습관 유형 분석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800" dirty="0"/>
                        <a:t>설명</a:t>
                      </a:r>
                    </a:p>
                  </a:txBody>
                  <a:tcPr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800" dirty="0"/>
                        <a:t>메인 페이지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800" dirty="0"/>
                        <a:t>페이지 </a:t>
                      </a:r>
                      <a:r>
                        <a:rPr lang="en-US" altLang="ko-KR" sz="2800" dirty="0"/>
                        <a:t>#</a:t>
                      </a:r>
                      <a:endParaRPr lang="ko-KR" altLang="en-US" sz="2800" dirty="0"/>
                    </a:p>
                  </a:txBody>
                  <a:tcPr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800" dirty="0"/>
                        <a:t>01-1</a:t>
                      </a:r>
                      <a:endParaRPr lang="ko-KR" altLang="en-US" sz="28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66629533"/>
                  </a:ext>
                </a:extLst>
              </a:tr>
              <a:tr h="99060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800" dirty="0"/>
                        <a:t>페이지</a:t>
                      </a:r>
                    </a:p>
                  </a:txBody>
                  <a:tcPr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 gridSpan="5">
                  <a:txBody>
                    <a:bodyPr/>
                    <a:lstStyle/>
                    <a:p>
                      <a:pPr algn="ctr" latinLnBrk="1"/>
                      <a:r>
                        <a:rPr lang="ko-KR" altLang="en-US" sz="2800" dirty="0"/>
                        <a:t>메인 페이지</a:t>
                      </a:r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13347330"/>
                  </a:ext>
                </a:extLst>
              </a:tr>
            </a:tbl>
          </a:graphicData>
        </a:graphic>
      </p:graphicFrame>
      <p:pic>
        <p:nvPicPr>
          <p:cNvPr id="3" name="그림 2">
            <a:extLst>
              <a:ext uri="{FF2B5EF4-FFF2-40B4-BE49-F238E27FC236}">
                <a16:creationId xmlns:a16="http://schemas.microsoft.com/office/drawing/2014/main" id="{C8A1CEDE-B8F1-5A41-41A3-20B98E70F1E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6625" y="2542572"/>
            <a:ext cx="17632609" cy="10353301"/>
          </a:xfrm>
          <a:prstGeom prst="rect">
            <a:avLst/>
          </a:prstGeom>
        </p:spPr>
      </p:pic>
      <p:sp>
        <p:nvSpPr>
          <p:cNvPr id="4" name="타원 3">
            <a:extLst>
              <a:ext uri="{FF2B5EF4-FFF2-40B4-BE49-F238E27FC236}">
                <a16:creationId xmlns:a16="http://schemas.microsoft.com/office/drawing/2014/main" id="{5E36300D-34ED-BDFF-7A36-B02598ABA4F5}"/>
              </a:ext>
            </a:extLst>
          </p:cNvPr>
          <p:cNvSpPr/>
          <p:nvPr/>
        </p:nvSpPr>
        <p:spPr>
          <a:xfrm>
            <a:off x="7010400" y="4572000"/>
            <a:ext cx="762000" cy="762000"/>
          </a:xfrm>
          <a:prstGeom prst="ellipse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4800" dirty="0"/>
              <a:t>1</a:t>
            </a:r>
            <a:endParaRPr lang="ko-KR" altLang="en-US" sz="4800" dirty="0"/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024E02C0-0DBF-C918-7B3B-94F36E787AAF}"/>
              </a:ext>
            </a:extLst>
          </p:cNvPr>
          <p:cNvSpPr/>
          <p:nvPr/>
        </p:nvSpPr>
        <p:spPr>
          <a:xfrm>
            <a:off x="6248400" y="6096000"/>
            <a:ext cx="762000" cy="762000"/>
          </a:xfrm>
          <a:prstGeom prst="ellipse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4800" dirty="0"/>
              <a:t>2</a:t>
            </a:r>
            <a:endParaRPr lang="ko-KR" altLang="en-US" sz="4800" dirty="0"/>
          </a:p>
        </p:txBody>
      </p:sp>
      <p:sp>
        <p:nvSpPr>
          <p:cNvPr id="8" name="타원 7">
            <a:extLst>
              <a:ext uri="{FF2B5EF4-FFF2-40B4-BE49-F238E27FC236}">
                <a16:creationId xmlns:a16="http://schemas.microsoft.com/office/drawing/2014/main" id="{A555E0EC-D0D0-AD0B-A5ED-E60D58A5183B}"/>
              </a:ext>
            </a:extLst>
          </p:cNvPr>
          <p:cNvSpPr/>
          <p:nvPr/>
        </p:nvSpPr>
        <p:spPr>
          <a:xfrm>
            <a:off x="9322929" y="6081584"/>
            <a:ext cx="762000" cy="762000"/>
          </a:xfrm>
          <a:prstGeom prst="ellipse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4800" dirty="0"/>
              <a:t>3</a:t>
            </a:r>
            <a:endParaRPr lang="ko-KR" altLang="en-US" sz="4800" dirty="0"/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FAF6B144-7BD8-E7D7-EBC8-99D8E96D7E25}"/>
              </a:ext>
            </a:extLst>
          </p:cNvPr>
          <p:cNvSpPr/>
          <p:nvPr/>
        </p:nvSpPr>
        <p:spPr>
          <a:xfrm>
            <a:off x="6248400" y="9296400"/>
            <a:ext cx="762000" cy="762000"/>
          </a:xfrm>
          <a:prstGeom prst="ellipse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4800" dirty="0"/>
              <a:t>4</a:t>
            </a:r>
            <a:endParaRPr lang="ko-KR" altLang="en-US" sz="4800" dirty="0"/>
          </a:p>
        </p:txBody>
      </p:sp>
      <p:graphicFrame>
        <p:nvGraphicFramePr>
          <p:cNvPr id="12" name="표 11">
            <a:extLst>
              <a:ext uri="{FF2B5EF4-FFF2-40B4-BE49-F238E27FC236}">
                <a16:creationId xmlns:a16="http://schemas.microsoft.com/office/drawing/2014/main" id="{64A38FB7-0DD6-E2F7-EACF-90C85561C98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90237555"/>
              </p:ext>
            </p:extLst>
          </p:nvPr>
        </p:nvGraphicFramePr>
        <p:xfrm>
          <a:off x="18490773" y="5547522"/>
          <a:ext cx="5386602" cy="43434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43001">
                  <a:extLst>
                    <a:ext uri="{9D8B030D-6E8A-4147-A177-3AD203B41FA5}">
                      <a16:colId xmlns:a16="http://schemas.microsoft.com/office/drawing/2014/main" val="3099305099"/>
                    </a:ext>
                  </a:extLst>
                </a:gridCol>
                <a:gridCol w="4243601">
                  <a:extLst>
                    <a:ext uri="{9D8B030D-6E8A-4147-A177-3AD203B41FA5}">
                      <a16:colId xmlns:a16="http://schemas.microsoft.com/office/drawing/2014/main" val="1372832432"/>
                    </a:ext>
                  </a:extLst>
                </a:gridCol>
              </a:tblGrid>
              <a:tr h="108585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3200" dirty="0"/>
                        <a:t>1</a:t>
                      </a:r>
                      <a:endParaRPr lang="ko-KR" altLang="en-US" sz="3200" dirty="0"/>
                    </a:p>
                  </a:txBody>
                  <a:tcPr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3200" dirty="0"/>
                        <a:t>제목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35438258"/>
                  </a:ext>
                </a:extLst>
              </a:tr>
              <a:tr h="108585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3200" dirty="0"/>
                        <a:t>2</a:t>
                      </a:r>
                      <a:endParaRPr lang="ko-KR" altLang="en-US" sz="3200" dirty="0"/>
                    </a:p>
                  </a:txBody>
                  <a:tcPr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3200" dirty="0"/>
                        <a:t>로그인 탭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20470733"/>
                  </a:ext>
                </a:extLst>
              </a:tr>
              <a:tr h="108585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3200" dirty="0"/>
                        <a:t>3</a:t>
                      </a:r>
                      <a:endParaRPr lang="ko-KR" altLang="en-US" sz="3200" dirty="0"/>
                    </a:p>
                  </a:txBody>
                  <a:tcPr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3200" dirty="0"/>
                        <a:t>회원가입 탭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1030149"/>
                  </a:ext>
                </a:extLst>
              </a:tr>
              <a:tr h="108585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3200" dirty="0"/>
                        <a:t>4</a:t>
                      </a:r>
                      <a:endParaRPr lang="ko-KR" altLang="en-US" sz="3200" dirty="0"/>
                    </a:p>
                  </a:txBody>
                  <a:tcPr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3200" dirty="0"/>
                        <a:t>로그인 버튼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4861645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8777188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7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5735AA2-1089-71EE-3949-7059410D31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8E23524C-3D36-6C15-7527-EB61091FD5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5967404"/>
              </p:ext>
            </p:extLst>
          </p:nvPr>
        </p:nvGraphicFramePr>
        <p:xfrm>
          <a:off x="533399" y="304800"/>
          <a:ext cx="23293602" cy="19812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882267">
                  <a:extLst>
                    <a:ext uri="{9D8B030D-6E8A-4147-A177-3AD203B41FA5}">
                      <a16:colId xmlns:a16="http://schemas.microsoft.com/office/drawing/2014/main" val="3008628612"/>
                    </a:ext>
                  </a:extLst>
                </a:gridCol>
                <a:gridCol w="3882267">
                  <a:extLst>
                    <a:ext uri="{9D8B030D-6E8A-4147-A177-3AD203B41FA5}">
                      <a16:colId xmlns:a16="http://schemas.microsoft.com/office/drawing/2014/main" val="676787877"/>
                    </a:ext>
                  </a:extLst>
                </a:gridCol>
                <a:gridCol w="3882267">
                  <a:extLst>
                    <a:ext uri="{9D8B030D-6E8A-4147-A177-3AD203B41FA5}">
                      <a16:colId xmlns:a16="http://schemas.microsoft.com/office/drawing/2014/main" val="4230366021"/>
                    </a:ext>
                  </a:extLst>
                </a:gridCol>
                <a:gridCol w="3882267">
                  <a:extLst>
                    <a:ext uri="{9D8B030D-6E8A-4147-A177-3AD203B41FA5}">
                      <a16:colId xmlns:a16="http://schemas.microsoft.com/office/drawing/2014/main" val="750898098"/>
                    </a:ext>
                  </a:extLst>
                </a:gridCol>
                <a:gridCol w="3882267">
                  <a:extLst>
                    <a:ext uri="{9D8B030D-6E8A-4147-A177-3AD203B41FA5}">
                      <a16:colId xmlns:a16="http://schemas.microsoft.com/office/drawing/2014/main" val="1811449162"/>
                    </a:ext>
                  </a:extLst>
                </a:gridCol>
                <a:gridCol w="3882267">
                  <a:extLst>
                    <a:ext uri="{9D8B030D-6E8A-4147-A177-3AD203B41FA5}">
                      <a16:colId xmlns:a16="http://schemas.microsoft.com/office/drawing/2014/main" val="3001645729"/>
                    </a:ext>
                  </a:extLst>
                </a:gridCol>
              </a:tblGrid>
              <a:tr h="99060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800" dirty="0"/>
                        <a:t>프로젝트 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2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8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800" dirty="0"/>
                        <a:t>메인 페이지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800" dirty="0"/>
                        <a:t>페이지 </a:t>
                      </a:r>
                      <a:r>
                        <a:rPr lang="en-US" altLang="ko-KR" sz="2800" dirty="0"/>
                        <a:t>#</a:t>
                      </a:r>
                      <a:endParaRPr lang="ko-KR" altLang="en-US" sz="2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800" dirty="0"/>
                        <a:t>01-1</a:t>
                      </a:r>
                      <a:endParaRPr lang="ko-KR" altLang="en-US" sz="28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66629533"/>
                  </a:ext>
                </a:extLst>
              </a:tr>
              <a:tr h="99060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800" dirty="0"/>
                        <a:t>페이지</a:t>
                      </a:r>
                    </a:p>
                  </a:txBody>
                  <a:tcPr anchor="ctr"/>
                </a:tc>
                <a:tc gridSpan="5">
                  <a:txBody>
                    <a:bodyPr/>
                    <a:lstStyle/>
                    <a:p>
                      <a:pPr algn="ctr" latinLnBrk="1"/>
                      <a:r>
                        <a:rPr lang="ko-KR" altLang="en-US" sz="2800" dirty="0"/>
                        <a:t>메인 페이지</a:t>
                      </a:r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13347330"/>
                  </a:ext>
                </a:extLst>
              </a:tr>
            </a:tbl>
          </a:graphicData>
        </a:graphic>
      </p:graphicFrame>
      <p:pic>
        <p:nvPicPr>
          <p:cNvPr id="10" name="그림 9">
            <a:extLst>
              <a:ext uri="{FF2B5EF4-FFF2-40B4-BE49-F238E27FC236}">
                <a16:creationId xmlns:a16="http://schemas.microsoft.com/office/drawing/2014/main" id="{9622CB15-3CCB-E07F-0D6C-4B6A492D02E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5237" y="2743200"/>
            <a:ext cx="17642660" cy="10363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600489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7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4EC1709-9F93-0771-BDF5-231896B926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74E9F1BD-7FBA-FAD5-A575-9D2278B51908}"/>
              </a:ext>
            </a:extLst>
          </p:cNvPr>
          <p:cNvGraphicFramePr>
            <a:graphicFrameLocks noGrp="1"/>
          </p:cNvGraphicFramePr>
          <p:nvPr/>
        </p:nvGraphicFramePr>
        <p:xfrm>
          <a:off x="533399" y="304800"/>
          <a:ext cx="23293602" cy="19812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882267">
                  <a:extLst>
                    <a:ext uri="{9D8B030D-6E8A-4147-A177-3AD203B41FA5}">
                      <a16:colId xmlns:a16="http://schemas.microsoft.com/office/drawing/2014/main" val="3008628612"/>
                    </a:ext>
                  </a:extLst>
                </a:gridCol>
                <a:gridCol w="3882267">
                  <a:extLst>
                    <a:ext uri="{9D8B030D-6E8A-4147-A177-3AD203B41FA5}">
                      <a16:colId xmlns:a16="http://schemas.microsoft.com/office/drawing/2014/main" val="676787877"/>
                    </a:ext>
                  </a:extLst>
                </a:gridCol>
                <a:gridCol w="3882267">
                  <a:extLst>
                    <a:ext uri="{9D8B030D-6E8A-4147-A177-3AD203B41FA5}">
                      <a16:colId xmlns:a16="http://schemas.microsoft.com/office/drawing/2014/main" val="4230366021"/>
                    </a:ext>
                  </a:extLst>
                </a:gridCol>
                <a:gridCol w="3882267">
                  <a:extLst>
                    <a:ext uri="{9D8B030D-6E8A-4147-A177-3AD203B41FA5}">
                      <a16:colId xmlns:a16="http://schemas.microsoft.com/office/drawing/2014/main" val="750898098"/>
                    </a:ext>
                  </a:extLst>
                </a:gridCol>
                <a:gridCol w="3882267">
                  <a:extLst>
                    <a:ext uri="{9D8B030D-6E8A-4147-A177-3AD203B41FA5}">
                      <a16:colId xmlns:a16="http://schemas.microsoft.com/office/drawing/2014/main" val="1811449162"/>
                    </a:ext>
                  </a:extLst>
                </a:gridCol>
                <a:gridCol w="3882267">
                  <a:extLst>
                    <a:ext uri="{9D8B030D-6E8A-4147-A177-3AD203B41FA5}">
                      <a16:colId xmlns:a16="http://schemas.microsoft.com/office/drawing/2014/main" val="3001645729"/>
                    </a:ext>
                  </a:extLst>
                </a:gridCol>
              </a:tblGrid>
              <a:tr h="99060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800" dirty="0"/>
                        <a:t>프로젝트 명</a:t>
                      </a:r>
                    </a:p>
                  </a:txBody>
                  <a:tcPr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800" dirty="0"/>
                        <a:t>식습관 유형 분석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800" dirty="0"/>
                        <a:t>설명</a:t>
                      </a:r>
                    </a:p>
                  </a:txBody>
                  <a:tcPr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800" dirty="0"/>
                        <a:t>메인 페이지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800" dirty="0"/>
                        <a:t>페이지 </a:t>
                      </a:r>
                      <a:r>
                        <a:rPr lang="en-US" altLang="ko-KR" sz="2800" dirty="0"/>
                        <a:t>#</a:t>
                      </a:r>
                      <a:endParaRPr lang="ko-KR" altLang="en-US" sz="2800" dirty="0"/>
                    </a:p>
                  </a:txBody>
                  <a:tcPr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800" dirty="0"/>
                        <a:t>01-1</a:t>
                      </a:r>
                      <a:endParaRPr lang="ko-KR" altLang="en-US" sz="28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66629533"/>
                  </a:ext>
                </a:extLst>
              </a:tr>
              <a:tr h="99060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800" dirty="0"/>
                        <a:t>페이지</a:t>
                      </a:r>
                    </a:p>
                  </a:txBody>
                  <a:tcPr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 gridSpan="5">
                  <a:txBody>
                    <a:bodyPr/>
                    <a:lstStyle/>
                    <a:p>
                      <a:pPr algn="ctr" latinLnBrk="1"/>
                      <a:r>
                        <a:rPr lang="ko-KR" altLang="en-US" sz="2800" dirty="0"/>
                        <a:t>메인 페이지</a:t>
                      </a:r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13347330"/>
                  </a:ext>
                </a:extLst>
              </a:tr>
            </a:tbl>
          </a:graphicData>
        </a:graphic>
      </p:graphicFrame>
      <p:graphicFrame>
        <p:nvGraphicFramePr>
          <p:cNvPr id="12" name="표 11">
            <a:extLst>
              <a:ext uri="{FF2B5EF4-FFF2-40B4-BE49-F238E27FC236}">
                <a16:creationId xmlns:a16="http://schemas.microsoft.com/office/drawing/2014/main" id="{F798484B-2407-D9BB-E387-2E959E9DE8C7}"/>
              </a:ext>
            </a:extLst>
          </p:cNvPr>
          <p:cNvGraphicFramePr>
            <a:graphicFrameLocks noGrp="1"/>
          </p:cNvGraphicFramePr>
          <p:nvPr/>
        </p:nvGraphicFramePr>
        <p:xfrm>
          <a:off x="18490773" y="5547522"/>
          <a:ext cx="5386602" cy="43434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43001">
                  <a:extLst>
                    <a:ext uri="{9D8B030D-6E8A-4147-A177-3AD203B41FA5}">
                      <a16:colId xmlns:a16="http://schemas.microsoft.com/office/drawing/2014/main" val="3099305099"/>
                    </a:ext>
                  </a:extLst>
                </a:gridCol>
                <a:gridCol w="4243601">
                  <a:extLst>
                    <a:ext uri="{9D8B030D-6E8A-4147-A177-3AD203B41FA5}">
                      <a16:colId xmlns:a16="http://schemas.microsoft.com/office/drawing/2014/main" val="1372832432"/>
                    </a:ext>
                  </a:extLst>
                </a:gridCol>
              </a:tblGrid>
              <a:tr h="108585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3200" dirty="0"/>
                        <a:t>1</a:t>
                      </a:r>
                      <a:endParaRPr lang="ko-KR" altLang="en-US" sz="3200" dirty="0"/>
                    </a:p>
                  </a:txBody>
                  <a:tcPr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3200" dirty="0"/>
                        <a:t>제목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35438258"/>
                  </a:ext>
                </a:extLst>
              </a:tr>
              <a:tr h="108585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3200" dirty="0"/>
                        <a:t>2</a:t>
                      </a:r>
                      <a:endParaRPr lang="ko-KR" altLang="en-US" sz="3200" dirty="0"/>
                    </a:p>
                  </a:txBody>
                  <a:tcPr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3200" dirty="0"/>
                        <a:t>로그인 탭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20470733"/>
                  </a:ext>
                </a:extLst>
              </a:tr>
              <a:tr h="108585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3200" dirty="0"/>
                        <a:t>3</a:t>
                      </a:r>
                      <a:endParaRPr lang="ko-KR" altLang="en-US" sz="3200" dirty="0"/>
                    </a:p>
                  </a:txBody>
                  <a:tcPr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3200" dirty="0"/>
                        <a:t>회원가입 탭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1030149"/>
                  </a:ext>
                </a:extLst>
              </a:tr>
              <a:tr h="108585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3200" dirty="0"/>
                        <a:t>4</a:t>
                      </a:r>
                      <a:endParaRPr lang="ko-KR" altLang="en-US" sz="3200" dirty="0"/>
                    </a:p>
                  </a:txBody>
                  <a:tcPr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3200" dirty="0"/>
                        <a:t>로그인 버튼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48616452"/>
                  </a:ext>
                </a:extLst>
              </a:tr>
            </a:tbl>
          </a:graphicData>
        </a:graphic>
      </p:graphicFrame>
      <p:pic>
        <p:nvPicPr>
          <p:cNvPr id="7" name="그림 6">
            <a:extLst>
              <a:ext uri="{FF2B5EF4-FFF2-40B4-BE49-F238E27FC236}">
                <a16:creationId xmlns:a16="http://schemas.microsoft.com/office/drawing/2014/main" id="{6F6BDB89-EA06-6CA4-078F-F34DF7B3019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3399" y="2542572"/>
            <a:ext cx="17674146" cy="104114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558797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7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ED8FE81-B847-572F-89F3-44736C4D1E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F0DFEB79-E37A-536C-08DE-44DDCE506BE7}"/>
              </a:ext>
            </a:extLst>
          </p:cNvPr>
          <p:cNvGraphicFramePr>
            <a:graphicFrameLocks noGrp="1"/>
          </p:cNvGraphicFramePr>
          <p:nvPr/>
        </p:nvGraphicFramePr>
        <p:xfrm>
          <a:off x="533399" y="304800"/>
          <a:ext cx="23293602" cy="19812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882267">
                  <a:extLst>
                    <a:ext uri="{9D8B030D-6E8A-4147-A177-3AD203B41FA5}">
                      <a16:colId xmlns:a16="http://schemas.microsoft.com/office/drawing/2014/main" val="3008628612"/>
                    </a:ext>
                  </a:extLst>
                </a:gridCol>
                <a:gridCol w="3882267">
                  <a:extLst>
                    <a:ext uri="{9D8B030D-6E8A-4147-A177-3AD203B41FA5}">
                      <a16:colId xmlns:a16="http://schemas.microsoft.com/office/drawing/2014/main" val="676787877"/>
                    </a:ext>
                  </a:extLst>
                </a:gridCol>
                <a:gridCol w="3882267">
                  <a:extLst>
                    <a:ext uri="{9D8B030D-6E8A-4147-A177-3AD203B41FA5}">
                      <a16:colId xmlns:a16="http://schemas.microsoft.com/office/drawing/2014/main" val="4230366021"/>
                    </a:ext>
                  </a:extLst>
                </a:gridCol>
                <a:gridCol w="3882267">
                  <a:extLst>
                    <a:ext uri="{9D8B030D-6E8A-4147-A177-3AD203B41FA5}">
                      <a16:colId xmlns:a16="http://schemas.microsoft.com/office/drawing/2014/main" val="750898098"/>
                    </a:ext>
                  </a:extLst>
                </a:gridCol>
                <a:gridCol w="3882267">
                  <a:extLst>
                    <a:ext uri="{9D8B030D-6E8A-4147-A177-3AD203B41FA5}">
                      <a16:colId xmlns:a16="http://schemas.microsoft.com/office/drawing/2014/main" val="1811449162"/>
                    </a:ext>
                  </a:extLst>
                </a:gridCol>
                <a:gridCol w="3882267">
                  <a:extLst>
                    <a:ext uri="{9D8B030D-6E8A-4147-A177-3AD203B41FA5}">
                      <a16:colId xmlns:a16="http://schemas.microsoft.com/office/drawing/2014/main" val="3001645729"/>
                    </a:ext>
                  </a:extLst>
                </a:gridCol>
              </a:tblGrid>
              <a:tr h="99060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800" dirty="0"/>
                        <a:t>프로젝트 명</a:t>
                      </a:r>
                    </a:p>
                  </a:txBody>
                  <a:tcPr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800" dirty="0"/>
                        <a:t>식습관 유형 분석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800" dirty="0"/>
                        <a:t>설명</a:t>
                      </a:r>
                    </a:p>
                  </a:txBody>
                  <a:tcPr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800" dirty="0"/>
                        <a:t>메인 페이지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800" dirty="0"/>
                        <a:t>페이지 </a:t>
                      </a:r>
                      <a:r>
                        <a:rPr lang="en-US" altLang="ko-KR" sz="2800" dirty="0"/>
                        <a:t>#</a:t>
                      </a:r>
                      <a:endParaRPr lang="ko-KR" altLang="en-US" sz="2800" dirty="0"/>
                    </a:p>
                  </a:txBody>
                  <a:tcPr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800" dirty="0"/>
                        <a:t>01-1</a:t>
                      </a:r>
                      <a:endParaRPr lang="ko-KR" altLang="en-US" sz="28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66629533"/>
                  </a:ext>
                </a:extLst>
              </a:tr>
              <a:tr h="99060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800" dirty="0"/>
                        <a:t>페이지</a:t>
                      </a:r>
                    </a:p>
                  </a:txBody>
                  <a:tcPr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 gridSpan="5">
                  <a:txBody>
                    <a:bodyPr/>
                    <a:lstStyle/>
                    <a:p>
                      <a:pPr algn="ctr" latinLnBrk="1"/>
                      <a:r>
                        <a:rPr lang="ko-KR" altLang="en-US" sz="2800" dirty="0"/>
                        <a:t>메인 페이지</a:t>
                      </a:r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13347330"/>
                  </a:ext>
                </a:extLst>
              </a:tr>
            </a:tbl>
          </a:graphicData>
        </a:graphic>
      </p:graphicFrame>
      <p:graphicFrame>
        <p:nvGraphicFramePr>
          <p:cNvPr id="12" name="표 11">
            <a:extLst>
              <a:ext uri="{FF2B5EF4-FFF2-40B4-BE49-F238E27FC236}">
                <a16:creationId xmlns:a16="http://schemas.microsoft.com/office/drawing/2014/main" id="{9E8606B9-8140-B325-7170-CEB9D897FC3A}"/>
              </a:ext>
            </a:extLst>
          </p:cNvPr>
          <p:cNvGraphicFramePr>
            <a:graphicFrameLocks noGrp="1"/>
          </p:cNvGraphicFramePr>
          <p:nvPr/>
        </p:nvGraphicFramePr>
        <p:xfrm>
          <a:off x="18490773" y="5547522"/>
          <a:ext cx="5386602" cy="43434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43001">
                  <a:extLst>
                    <a:ext uri="{9D8B030D-6E8A-4147-A177-3AD203B41FA5}">
                      <a16:colId xmlns:a16="http://schemas.microsoft.com/office/drawing/2014/main" val="3099305099"/>
                    </a:ext>
                  </a:extLst>
                </a:gridCol>
                <a:gridCol w="4243601">
                  <a:extLst>
                    <a:ext uri="{9D8B030D-6E8A-4147-A177-3AD203B41FA5}">
                      <a16:colId xmlns:a16="http://schemas.microsoft.com/office/drawing/2014/main" val="1372832432"/>
                    </a:ext>
                  </a:extLst>
                </a:gridCol>
              </a:tblGrid>
              <a:tr h="108585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3200" dirty="0"/>
                        <a:t>1</a:t>
                      </a:r>
                      <a:endParaRPr lang="ko-KR" altLang="en-US" sz="3200" dirty="0"/>
                    </a:p>
                  </a:txBody>
                  <a:tcPr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3200" dirty="0"/>
                        <a:t>제목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35438258"/>
                  </a:ext>
                </a:extLst>
              </a:tr>
              <a:tr h="108585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3200" dirty="0"/>
                        <a:t>2</a:t>
                      </a:r>
                      <a:endParaRPr lang="ko-KR" altLang="en-US" sz="3200" dirty="0"/>
                    </a:p>
                  </a:txBody>
                  <a:tcPr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3200" dirty="0"/>
                        <a:t>로그인 탭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20470733"/>
                  </a:ext>
                </a:extLst>
              </a:tr>
              <a:tr h="108585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3200" dirty="0"/>
                        <a:t>3</a:t>
                      </a:r>
                      <a:endParaRPr lang="ko-KR" altLang="en-US" sz="3200" dirty="0"/>
                    </a:p>
                  </a:txBody>
                  <a:tcPr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3200" dirty="0"/>
                        <a:t>회원가입 탭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1030149"/>
                  </a:ext>
                </a:extLst>
              </a:tr>
              <a:tr h="108585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3200" dirty="0"/>
                        <a:t>4</a:t>
                      </a:r>
                      <a:endParaRPr lang="ko-KR" altLang="en-US" sz="3200" dirty="0"/>
                    </a:p>
                  </a:txBody>
                  <a:tcPr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3200" dirty="0"/>
                        <a:t>로그인 버튼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48616452"/>
                  </a:ext>
                </a:extLst>
              </a:tr>
            </a:tbl>
          </a:graphicData>
        </a:graphic>
      </p:graphicFrame>
      <p:pic>
        <p:nvPicPr>
          <p:cNvPr id="3" name="그림 2">
            <a:extLst>
              <a:ext uri="{FF2B5EF4-FFF2-40B4-BE49-F238E27FC236}">
                <a16:creationId xmlns:a16="http://schemas.microsoft.com/office/drawing/2014/main" id="{90CA5914-2537-515C-977A-CEFC537BAA6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8684" y="2609256"/>
            <a:ext cx="17704530" cy="108019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31913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7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503A3EF-0113-9B18-20C9-7EB5C4C3BB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4F9EE44D-5FD3-97A5-05AF-55F565E3E28C}"/>
              </a:ext>
            </a:extLst>
          </p:cNvPr>
          <p:cNvGraphicFramePr>
            <a:graphicFrameLocks noGrp="1"/>
          </p:cNvGraphicFramePr>
          <p:nvPr/>
        </p:nvGraphicFramePr>
        <p:xfrm>
          <a:off x="533399" y="304800"/>
          <a:ext cx="23293602" cy="19812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882267">
                  <a:extLst>
                    <a:ext uri="{9D8B030D-6E8A-4147-A177-3AD203B41FA5}">
                      <a16:colId xmlns:a16="http://schemas.microsoft.com/office/drawing/2014/main" val="3008628612"/>
                    </a:ext>
                  </a:extLst>
                </a:gridCol>
                <a:gridCol w="3882267">
                  <a:extLst>
                    <a:ext uri="{9D8B030D-6E8A-4147-A177-3AD203B41FA5}">
                      <a16:colId xmlns:a16="http://schemas.microsoft.com/office/drawing/2014/main" val="676787877"/>
                    </a:ext>
                  </a:extLst>
                </a:gridCol>
                <a:gridCol w="3882267">
                  <a:extLst>
                    <a:ext uri="{9D8B030D-6E8A-4147-A177-3AD203B41FA5}">
                      <a16:colId xmlns:a16="http://schemas.microsoft.com/office/drawing/2014/main" val="4230366021"/>
                    </a:ext>
                  </a:extLst>
                </a:gridCol>
                <a:gridCol w="3882267">
                  <a:extLst>
                    <a:ext uri="{9D8B030D-6E8A-4147-A177-3AD203B41FA5}">
                      <a16:colId xmlns:a16="http://schemas.microsoft.com/office/drawing/2014/main" val="750898098"/>
                    </a:ext>
                  </a:extLst>
                </a:gridCol>
                <a:gridCol w="3882267">
                  <a:extLst>
                    <a:ext uri="{9D8B030D-6E8A-4147-A177-3AD203B41FA5}">
                      <a16:colId xmlns:a16="http://schemas.microsoft.com/office/drawing/2014/main" val="1811449162"/>
                    </a:ext>
                  </a:extLst>
                </a:gridCol>
                <a:gridCol w="3882267">
                  <a:extLst>
                    <a:ext uri="{9D8B030D-6E8A-4147-A177-3AD203B41FA5}">
                      <a16:colId xmlns:a16="http://schemas.microsoft.com/office/drawing/2014/main" val="3001645729"/>
                    </a:ext>
                  </a:extLst>
                </a:gridCol>
              </a:tblGrid>
              <a:tr h="99060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800" dirty="0"/>
                        <a:t>프로젝트 명</a:t>
                      </a:r>
                    </a:p>
                  </a:txBody>
                  <a:tcPr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800" dirty="0"/>
                        <a:t>식습관 유형 분석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800" dirty="0"/>
                        <a:t>설명</a:t>
                      </a:r>
                    </a:p>
                  </a:txBody>
                  <a:tcPr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800" dirty="0"/>
                        <a:t>메인 페이지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800" dirty="0"/>
                        <a:t>페이지 </a:t>
                      </a:r>
                      <a:r>
                        <a:rPr lang="en-US" altLang="ko-KR" sz="2800" dirty="0"/>
                        <a:t>#</a:t>
                      </a:r>
                      <a:endParaRPr lang="ko-KR" altLang="en-US" sz="2800" dirty="0"/>
                    </a:p>
                  </a:txBody>
                  <a:tcPr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800" dirty="0"/>
                        <a:t>01-1</a:t>
                      </a:r>
                      <a:endParaRPr lang="ko-KR" altLang="en-US" sz="28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66629533"/>
                  </a:ext>
                </a:extLst>
              </a:tr>
              <a:tr h="99060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800" dirty="0"/>
                        <a:t>페이지</a:t>
                      </a:r>
                    </a:p>
                  </a:txBody>
                  <a:tcPr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 gridSpan="5">
                  <a:txBody>
                    <a:bodyPr/>
                    <a:lstStyle/>
                    <a:p>
                      <a:pPr algn="ctr" latinLnBrk="1"/>
                      <a:r>
                        <a:rPr lang="ko-KR" altLang="en-US" sz="2800" dirty="0"/>
                        <a:t>메인 페이지</a:t>
                      </a:r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13347330"/>
                  </a:ext>
                </a:extLst>
              </a:tr>
            </a:tbl>
          </a:graphicData>
        </a:graphic>
      </p:graphicFrame>
      <p:graphicFrame>
        <p:nvGraphicFramePr>
          <p:cNvPr id="12" name="표 11">
            <a:extLst>
              <a:ext uri="{FF2B5EF4-FFF2-40B4-BE49-F238E27FC236}">
                <a16:creationId xmlns:a16="http://schemas.microsoft.com/office/drawing/2014/main" id="{F7D999C8-94D0-A902-4A5F-49E2BE9AD104}"/>
              </a:ext>
            </a:extLst>
          </p:cNvPr>
          <p:cNvGraphicFramePr>
            <a:graphicFrameLocks noGrp="1"/>
          </p:cNvGraphicFramePr>
          <p:nvPr/>
        </p:nvGraphicFramePr>
        <p:xfrm>
          <a:off x="18490773" y="5547522"/>
          <a:ext cx="5386602" cy="43434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43001">
                  <a:extLst>
                    <a:ext uri="{9D8B030D-6E8A-4147-A177-3AD203B41FA5}">
                      <a16:colId xmlns:a16="http://schemas.microsoft.com/office/drawing/2014/main" val="3099305099"/>
                    </a:ext>
                  </a:extLst>
                </a:gridCol>
                <a:gridCol w="4243601">
                  <a:extLst>
                    <a:ext uri="{9D8B030D-6E8A-4147-A177-3AD203B41FA5}">
                      <a16:colId xmlns:a16="http://schemas.microsoft.com/office/drawing/2014/main" val="1372832432"/>
                    </a:ext>
                  </a:extLst>
                </a:gridCol>
              </a:tblGrid>
              <a:tr h="108585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3200" dirty="0"/>
                        <a:t>1</a:t>
                      </a:r>
                      <a:endParaRPr lang="ko-KR" altLang="en-US" sz="3200" dirty="0"/>
                    </a:p>
                  </a:txBody>
                  <a:tcPr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3200" dirty="0"/>
                        <a:t>제목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35438258"/>
                  </a:ext>
                </a:extLst>
              </a:tr>
              <a:tr h="108585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3200" dirty="0"/>
                        <a:t>2</a:t>
                      </a:r>
                      <a:endParaRPr lang="ko-KR" altLang="en-US" sz="3200" dirty="0"/>
                    </a:p>
                  </a:txBody>
                  <a:tcPr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3200" dirty="0"/>
                        <a:t>로그인 탭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20470733"/>
                  </a:ext>
                </a:extLst>
              </a:tr>
              <a:tr h="108585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3200" dirty="0"/>
                        <a:t>3</a:t>
                      </a:r>
                      <a:endParaRPr lang="ko-KR" altLang="en-US" sz="3200" dirty="0"/>
                    </a:p>
                  </a:txBody>
                  <a:tcPr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3200" dirty="0"/>
                        <a:t>회원가입 탭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1030149"/>
                  </a:ext>
                </a:extLst>
              </a:tr>
              <a:tr h="108585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3200" dirty="0"/>
                        <a:t>4</a:t>
                      </a:r>
                      <a:endParaRPr lang="ko-KR" altLang="en-US" sz="3200" dirty="0"/>
                    </a:p>
                  </a:txBody>
                  <a:tcPr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3200" dirty="0"/>
                        <a:t>로그인 버튼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48616452"/>
                  </a:ext>
                </a:extLst>
              </a:tr>
            </a:tbl>
          </a:graphicData>
        </a:graphic>
      </p:graphicFrame>
      <p:pic>
        <p:nvPicPr>
          <p:cNvPr id="4" name="그림 3">
            <a:extLst>
              <a:ext uri="{FF2B5EF4-FFF2-40B4-BE49-F238E27FC236}">
                <a16:creationId xmlns:a16="http://schemas.microsoft.com/office/drawing/2014/main" id="{7398B513-98C1-20D5-FBD6-46308E7E704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6625" y="2628309"/>
            <a:ext cx="17552775" cy="105602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616202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294</TotalTime>
  <Words>115</Words>
  <Application>Microsoft Office PowerPoint</Application>
  <PresentationFormat>사용자 지정</PresentationFormat>
  <Paragraphs>75</Paragraphs>
  <Slides>5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준수 박</cp:lastModifiedBy>
  <cp:revision>52</cp:revision>
  <dcterms:created xsi:type="dcterms:W3CDTF">2006-08-16T00:00:00Z</dcterms:created>
  <dcterms:modified xsi:type="dcterms:W3CDTF">2026-03-21T12:06:36Z</dcterms:modified>
</cp:coreProperties>
</file>