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7" r:id="rId2"/>
    <p:sldId id="266" r:id="rId3"/>
    <p:sldId id="268" r:id="rId4"/>
    <p:sldId id="269" r:id="rId5"/>
    <p:sldId id="270" r:id="rId6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2E5BB4-257B-93CD-764F-7845F364569E}" v="90" dt="2026-03-16T04:46:09.7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69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F1534F-FB79-9126-EFEE-75BEA96C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92CB9C0-6D62-CCC7-7D10-A61552F66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87016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01-1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C8A1CEDE-B8F1-5A41-41A3-20B98E70F1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25" y="2542572"/>
            <a:ext cx="17632609" cy="10353301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5E36300D-34ED-BDFF-7A36-B02598ABA4F5}"/>
              </a:ext>
            </a:extLst>
          </p:cNvPr>
          <p:cNvSpPr/>
          <p:nvPr/>
        </p:nvSpPr>
        <p:spPr>
          <a:xfrm>
            <a:off x="7010400" y="4572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24E02C0-0DBF-C918-7B3B-94F36E787AAF}"/>
              </a:ext>
            </a:extLst>
          </p:cNvPr>
          <p:cNvSpPr/>
          <p:nvPr/>
        </p:nvSpPr>
        <p:spPr>
          <a:xfrm>
            <a:off x="6248400" y="6096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555E0EC-D0D0-AD0B-A5ED-E60D58A5183B}"/>
              </a:ext>
            </a:extLst>
          </p:cNvPr>
          <p:cNvSpPr/>
          <p:nvPr/>
        </p:nvSpPr>
        <p:spPr>
          <a:xfrm>
            <a:off x="9322929" y="6081584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AF6B144-7BD8-E7D7-EBC8-99D8E96D7E25}"/>
              </a:ext>
            </a:extLst>
          </p:cNvPr>
          <p:cNvSpPr/>
          <p:nvPr/>
        </p:nvSpPr>
        <p:spPr>
          <a:xfrm>
            <a:off x="6248400" y="92964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5</a:t>
            </a:r>
            <a:endParaRPr lang="ko-KR" altLang="en-US" sz="4800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4A38FB7-0DD6-E2F7-EACF-90C85561C9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5705420"/>
              </p:ext>
            </p:extLst>
          </p:nvPr>
        </p:nvGraphicFramePr>
        <p:xfrm>
          <a:off x="18490773" y="5547522"/>
          <a:ext cx="5386602" cy="65151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05137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타이틀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로그인 탭 클릭 시 로그인 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회원가입 탭 클릭 시 회원가입 화면으로 전환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로그인 폼의 이메일</a:t>
                      </a:r>
                      <a:r>
                        <a:rPr lang="en-US" altLang="ko-KR" sz="2400" dirty="0"/>
                        <a:t>, </a:t>
                      </a:r>
                      <a:r>
                        <a:rPr lang="ko-KR" altLang="en-US" sz="2400" dirty="0"/>
                        <a:t>비밀번호 입력 필드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5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로그인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3699936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B60AAFF6-1126-EAC6-742D-56155C44296C}"/>
              </a:ext>
            </a:extLst>
          </p:cNvPr>
          <p:cNvSpPr/>
          <p:nvPr/>
        </p:nvSpPr>
        <p:spPr>
          <a:xfrm>
            <a:off x="6240162" y="7338222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3587771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735AA2-1089-71EE-3949-7059410D3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622CB15-3CCB-E07F-0D6C-4B6A492D0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237" y="2743200"/>
            <a:ext cx="17642660" cy="10363200"/>
          </a:xfrm>
          <a:prstGeom prst="rect">
            <a:avLst/>
          </a:prstGeom>
        </p:spPr>
      </p:pic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5F97B4B-661B-66D3-6E99-CFF097F34C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181975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기본 정보 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02-1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데이터 입력 페이지</a:t>
                      </a:r>
                      <a:r>
                        <a:rPr lang="en-US" altLang="ko-KR" sz="2800" dirty="0"/>
                        <a:t>_1</a:t>
                      </a:r>
                      <a:endParaRPr lang="ko-KR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CBBFD8E-882D-BDE7-27A8-BEED2EB44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299609"/>
              </p:ext>
            </p:extLst>
          </p:nvPr>
        </p:nvGraphicFramePr>
        <p:xfrm>
          <a:off x="18490773" y="5547522"/>
          <a:ext cx="5386602" cy="5429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08395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홈으로 클릭 시 초기화면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진행 단계 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개인 정보 입력 필드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다음 클릭 시 영양소 정보 폼으로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15E6854F-3DB3-D0D5-9BC6-B13B7F1CE12C}"/>
              </a:ext>
            </a:extLst>
          </p:cNvPr>
          <p:cNvSpPr/>
          <p:nvPr/>
        </p:nvSpPr>
        <p:spPr>
          <a:xfrm>
            <a:off x="4724400" y="29718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2C836E9-B782-FD01-95F9-C5FAB30D54B2}"/>
              </a:ext>
            </a:extLst>
          </p:cNvPr>
          <p:cNvSpPr/>
          <p:nvPr/>
        </p:nvSpPr>
        <p:spPr>
          <a:xfrm>
            <a:off x="4709984" y="4814649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95B702A-B83F-F195-BEFE-B2F9550E3EFC}"/>
              </a:ext>
            </a:extLst>
          </p:cNvPr>
          <p:cNvSpPr/>
          <p:nvPr/>
        </p:nvSpPr>
        <p:spPr>
          <a:xfrm>
            <a:off x="4701747" y="58293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17E823-9007-CB0D-2E50-A49CC95B6EC6}"/>
              </a:ext>
            </a:extLst>
          </p:cNvPr>
          <p:cNvSpPr/>
          <p:nvPr/>
        </p:nvSpPr>
        <p:spPr>
          <a:xfrm>
            <a:off x="4701747" y="9890922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866004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EC1709-9F93-0771-BDF5-231896B92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4E9F1BD-7FBA-FAD5-A575-9D2278B519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303996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영양소 정보 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02-1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데이터 입력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6F6BDB89-EA06-6CA4-078F-F34DF7B301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99" y="2542572"/>
            <a:ext cx="17674146" cy="10411427"/>
          </a:xfrm>
          <a:prstGeom prst="rect">
            <a:avLst/>
          </a:prstGeom>
        </p:spPr>
      </p:pic>
      <p:sp>
        <p:nvSpPr>
          <p:cNvPr id="3" name="타원 2">
            <a:extLst>
              <a:ext uri="{FF2B5EF4-FFF2-40B4-BE49-F238E27FC236}">
                <a16:creationId xmlns:a16="http://schemas.microsoft.com/office/drawing/2014/main" id="{B5523B28-ADFB-6C5A-A146-93237215FA27}"/>
              </a:ext>
            </a:extLst>
          </p:cNvPr>
          <p:cNvSpPr/>
          <p:nvPr/>
        </p:nvSpPr>
        <p:spPr>
          <a:xfrm>
            <a:off x="4709984" y="2798523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7AF186E-C079-D715-FCC2-BD718A872765}"/>
              </a:ext>
            </a:extLst>
          </p:cNvPr>
          <p:cNvSpPr/>
          <p:nvPr/>
        </p:nvSpPr>
        <p:spPr>
          <a:xfrm>
            <a:off x="4718221" y="4558014"/>
            <a:ext cx="753763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CE24BC3-4B65-8711-AB50-841AB30A1B66}"/>
              </a:ext>
            </a:extLst>
          </p:cNvPr>
          <p:cNvSpPr/>
          <p:nvPr/>
        </p:nvSpPr>
        <p:spPr>
          <a:xfrm>
            <a:off x="4718221" y="5582722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D34C74F-D81F-ADBC-379B-0E2F1A4CBFB1}"/>
              </a:ext>
            </a:extLst>
          </p:cNvPr>
          <p:cNvSpPr/>
          <p:nvPr/>
        </p:nvSpPr>
        <p:spPr>
          <a:xfrm>
            <a:off x="4709984" y="11200201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FCFA38B-8D5A-8E9E-0D8E-1DE906EB1C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61030"/>
              </p:ext>
            </p:extLst>
          </p:nvPr>
        </p:nvGraphicFramePr>
        <p:xfrm>
          <a:off x="18490773" y="5547522"/>
          <a:ext cx="5386602" cy="5429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08395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이전 클릭 시 초기화면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진행 단계 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각종 영양소 입력 필드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분석 결과 보기</a:t>
                      </a:r>
                      <a:r>
                        <a:rPr lang="en-US" altLang="ko-KR" sz="2400" dirty="0"/>
                        <a:t> </a:t>
                      </a:r>
                      <a:r>
                        <a:rPr lang="ko-KR" altLang="en-US" sz="2400" dirty="0"/>
                        <a:t>클릭 시 결과 페이지로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5587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8FE81-B847-572F-89F3-44736C4D1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0DFEB79-E37A-536C-08DE-44DDCE506B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764760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결과 페이지 </a:t>
                      </a:r>
                      <a:r>
                        <a:rPr lang="en-US" altLang="ko-KR" sz="2800" dirty="0"/>
                        <a:t>- 1</a:t>
                      </a:r>
                      <a:endParaRPr lang="ko-KR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03-1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결과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0CA5914-2537-515C-977A-CEFC537BAA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84" y="2609256"/>
            <a:ext cx="17704530" cy="10801943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9D9DE9E5-7529-8DD2-A483-69B96EC06D5E}"/>
              </a:ext>
            </a:extLst>
          </p:cNvPr>
          <p:cNvSpPr/>
          <p:nvPr/>
        </p:nvSpPr>
        <p:spPr>
          <a:xfrm>
            <a:off x="3048000" y="28956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3870B15-3E28-E2F1-6A75-A69259560285}"/>
              </a:ext>
            </a:extLst>
          </p:cNvPr>
          <p:cNvSpPr/>
          <p:nvPr/>
        </p:nvSpPr>
        <p:spPr>
          <a:xfrm>
            <a:off x="3064474" y="4375171"/>
            <a:ext cx="753763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9C132FB-4DD0-5D3C-3A35-A99430E47F19}"/>
              </a:ext>
            </a:extLst>
          </p:cNvPr>
          <p:cNvSpPr/>
          <p:nvPr/>
        </p:nvSpPr>
        <p:spPr>
          <a:xfrm>
            <a:off x="3089188" y="6522086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0504476-C174-14B7-956B-7D88D6D20B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316952"/>
              </p:ext>
            </p:extLst>
          </p:nvPr>
        </p:nvGraphicFramePr>
        <p:xfrm>
          <a:off x="18490773" y="5547522"/>
          <a:ext cx="5386602" cy="4343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08395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다시 입력하기 클릭 시 초기화면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유형에 맞는 식습관 유형 결과 카드 출력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각종 영양소 섭취 현황을 진행 바 형태와 수치로 출력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191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03A3EF-0113-9B18-20C9-7EB5C4C3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F9EE44D-5FD3-97A5-05AF-55F565E3E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71196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결과 페이지 </a:t>
                      </a:r>
                      <a:r>
                        <a:rPr lang="en-US" altLang="ko-KR" sz="2800" dirty="0"/>
                        <a:t>- 2</a:t>
                      </a:r>
                      <a:endParaRPr lang="ko-KR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03-1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결과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7398B513-98C1-20D5-FBD6-46308E7E70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25" y="2628309"/>
            <a:ext cx="17552775" cy="10560207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072C14CB-2B5C-05B3-473E-554B764410FD}"/>
              </a:ext>
            </a:extLst>
          </p:cNvPr>
          <p:cNvSpPr/>
          <p:nvPr/>
        </p:nvSpPr>
        <p:spPr>
          <a:xfrm>
            <a:off x="3150970" y="5547522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F9695A7-9333-8801-A829-43478933404E}"/>
              </a:ext>
            </a:extLst>
          </p:cNvPr>
          <p:cNvSpPr/>
          <p:nvPr/>
        </p:nvSpPr>
        <p:spPr>
          <a:xfrm>
            <a:off x="3150970" y="8763000"/>
            <a:ext cx="753763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2DB7C5B-F374-7D3E-0978-9195AA289DDA}"/>
              </a:ext>
            </a:extLst>
          </p:cNvPr>
          <p:cNvSpPr/>
          <p:nvPr/>
        </p:nvSpPr>
        <p:spPr>
          <a:xfrm>
            <a:off x="3142733" y="11430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BDC5A27C-CFB4-7283-04E0-C367BA85FE8F}"/>
              </a:ext>
            </a:extLst>
          </p:cNvPr>
          <p:cNvSpPr/>
          <p:nvPr/>
        </p:nvSpPr>
        <p:spPr>
          <a:xfrm>
            <a:off x="9067800" y="11430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E9A28C8-5281-D72D-EAF6-4B841AD23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080630"/>
              </p:ext>
            </p:extLst>
          </p:nvPr>
        </p:nvGraphicFramePr>
        <p:xfrm>
          <a:off x="18490773" y="5547522"/>
          <a:ext cx="5386602" cy="5429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08395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주요 문제점을 나타내는 카드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개선 방안을 나타내는 카드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홈으로 버튼  클릭 시 초기 화면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결과 저장하기 </a:t>
                      </a:r>
                      <a:r>
                        <a:rPr lang="ko-KR" altLang="en-US" sz="2400" dirty="0" err="1"/>
                        <a:t>클릭시</a:t>
                      </a:r>
                      <a:r>
                        <a:rPr lang="ko-KR" altLang="en-US" sz="2400" dirty="0"/>
                        <a:t> 캡처 본 저장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6012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6162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895</TotalTime>
  <Words>240</Words>
  <Application>Microsoft Office PowerPoint</Application>
  <PresentationFormat>사용자 지정</PresentationFormat>
  <Paragraphs>110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준수 박</cp:lastModifiedBy>
  <cp:revision>57</cp:revision>
  <dcterms:created xsi:type="dcterms:W3CDTF">2006-08-16T00:00:00Z</dcterms:created>
  <dcterms:modified xsi:type="dcterms:W3CDTF">2026-03-22T19:06:30Z</dcterms:modified>
</cp:coreProperties>
</file>