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</p:sldIdLst>
  <p:sldSz cx="24384000" cy="13716000"/>
  <p:notesSz cx="6858000" cy="9144000"/>
  <p:embeddedFontLst>
    <p:embeddedFont>
      <p:font typeface="맑은 고딕" panose="020B0503020000020004" pitchFamily="34" charset="-127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E5BB4-257B-93CD-764F-7845F364569E}" v="90" dt="2026-03-16T04:46:09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35AA2-1089-71EE-3949-7059410D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58EF27E-E2BD-EA10-8475-CEF0F2C794F6}"/>
              </a:ext>
            </a:extLst>
          </p:cNvPr>
          <p:cNvGrpSpPr/>
          <p:nvPr/>
        </p:nvGrpSpPr>
        <p:grpSpPr>
          <a:xfrm>
            <a:off x="4978" y="0"/>
            <a:ext cx="16687800" cy="13716000"/>
            <a:chOff x="5334000" y="2971800"/>
            <a:chExt cx="13106400" cy="10210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4A66BCC-41D4-A50E-D88D-13BD45BEF0F7}"/>
                </a:ext>
              </a:extLst>
            </p:cNvPr>
            <p:cNvSpPr/>
            <p:nvPr/>
          </p:nvSpPr>
          <p:spPr>
            <a:xfrm>
              <a:off x="5334000" y="2971800"/>
              <a:ext cx="13106400" cy="10210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528DCE0-99D8-B2D4-F1E2-CE0AB609B601}"/>
                </a:ext>
              </a:extLst>
            </p:cNvPr>
            <p:cNvGrpSpPr/>
            <p:nvPr/>
          </p:nvGrpSpPr>
          <p:grpSpPr>
            <a:xfrm>
              <a:off x="5686592" y="3319325"/>
              <a:ext cx="12273260" cy="9347147"/>
              <a:chOff x="5686592" y="3319325"/>
              <a:chExt cx="12273260" cy="9347147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403189B9-D142-1FAC-2425-9F45329EDB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23691" y="3319325"/>
                <a:ext cx="12127017" cy="1971950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8F8008D3-10B1-C266-D80C-6752E91C5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7114" y="5291275"/>
                <a:ext cx="12127017" cy="5144796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21CEE532-2B63-2023-D705-66F78C52F7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86592" y="10554943"/>
                <a:ext cx="12273260" cy="2111529"/>
              </a:xfrm>
              <a:prstGeom prst="rect">
                <a:avLst/>
              </a:prstGeom>
            </p:spPr>
          </p:pic>
        </p:grp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69CF825A-AE4B-76B4-86A4-1AB9735BC0CD}"/>
              </a:ext>
            </a:extLst>
          </p:cNvPr>
          <p:cNvSpPr/>
          <p:nvPr/>
        </p:nvSpPr>
        <p:spPr>
          <a:xfrm>
            <a:off x="-10361" y="1314124"/>
            <a:ext cx="847759" cy="8195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>
                <a:ea typeface="맑은 고딕"/>
                <a:cs typeface="Calibri"/>
              </a:rPr>
              <a:t>1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0312C07-D932-82DB-45EC-2D9914EE26F1}"/>
              </a:ext>
            </a:extLst>
          </p:cNvPr>
          <p:cNvSpPr/>
          <p:nvPr/>
        </p:nvSpPr>
        <p:spPr>
          <a:xfrm>
            <a:off x="-9435" y="3411299"/>
            <a:ext cx="847759" cy="8195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4000">
                <a:ea typeface="맑은 고딕"/>
                <a:cs typeface="Calibri"/>
              </a:rPr>
              <a:t>2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9445866-FE0D-E5EE-945B-4332C1247A81}"/>
              </a:ext>
            </a:extLst>
          </p:cNvPr>
          <p:cNvSpPr/>
          <p:nvPr/>
        </p:nvSpPr>
        <p:spPr>
          <a:xfrm>
            <a:off x="-8508" y="6812807"/>
            <a:ext cx="847759" cy="8195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4000">
                <a:ea typeface="맑은 고딕"/>
                <a:cs typeface="Calibri"/>
              </a:rPr>
              <a:t>3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50B372C-FDCE-3CF9-62B7-A356DC85C7AC}"/>
              </a:ext>
            </a:extLst>
          </p:cNvPr>
          <p:cNvSpPr/>
          <p:nvPr/>
        </p:nvSpPr>
        <p:spPr>
          <a:xfrm>
            <a:off x="-7580" y="11332313"/>
            <a:ext cx="847759" cy="8195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4000">
                <a:ea typeface="맑은 고딕"/>
                <a:cs typeface="Calibri"/>
              </a:rPr>
              <a:t>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DCC70-567F-EA3F-2EA1-22BCCCCEB069}"/>
              </a:ext>
            </a:extLst>
          </p:cNvPr>
          <p:cNvSpPr/>
          <p:nvPr/>
        </p:nvSpPr>
        <p:spPr>
          <a:xfrm>
            <a:off x="17073186" y="801176"/>
            <a:ext cx="6753815" cy="120946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14400" indent="-914400">
              <a:buAutoNum type="arabicPeriod"/>
            </a:pP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r>
              <a:rPr lang="ko-KR" altLang="en-US" sz="4400">
                <a:solidFill>
                  <a:schemeClr val="tx1"/>
                </a:solidFill>
                <a:ea typeface="맑은 고딕"/>
                <a:cs typeface="Calibri"/>
              </a:rPr>
              <a:t>연령대별 옵션 선택</a:t>
            </a: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r>
              <a:rPr lang="ko-KR" altLang="en-US" sz="4400">
                <a:solidFill>
                  <a:schemeClr val="tx1"/>
                </a:solidFill>
                <a:ea typeface="맑은 고딕"/>
                <a:cs typeface="Calibri"/>
              </a:rPr>
              <a:t>선택한 연령 별 핵심 영양소가 무엇인지 출력</a:t>
            </a: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r>
              <a:rPr lang="ko-KR" altLang="en-US" sz="4400">
                <a:solidFill>
                  <a:schemeClr val="tx1"/>
                </a:solidFill>
                <a:ea typeface="맑은 고딕"/>
                <a:cs typeface="Calibri"/>
              </a:rPr>
              <a:t>선택한 연령 별 중성지방 기여도 분석</a:t>
            </a: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  <a:p>
            <a:pPr marL="914400" indent="-914400">
              <a:buAutoNum type="arabicPeriod"/>
            </a:pPr>
            <a:r>
              <a:rPr lang="ko-KR" altLang="en-US" sz="4400">
                <a:solidFill>
                  <a:schemeClr val="tx1"/>
                </a:solidFill>
                <a:ea typeface="맑은 고딕"/>
                <a:cs typeface="Calibri"/>
              </a:rPr>
              <a:t>개선 방안 제안</a:t>
            </a:r>
            <a:endParaRPr lang="ko-KR" altLang="en-US" sz="4400" dirty="0">
              <a:solidFill>
                <a:schemeClr val="tx1"/>
              </a:solidFill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600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준수 박</cp:lastModifiedBy>
  <cp:revision>48</cp:revision>
  <dcterms:created xsi:type="dcterms:W3CDTF">2006-08-16T00:00:00Z</dcterms:created>
  <dcterms:modified xsi:type="dcterms:W3CDTF">2026-03-16T04:47:20Z</dcterms:modified>
</cp:coreProperties>
</file>