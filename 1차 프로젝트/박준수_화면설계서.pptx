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35AA2-1089-71EE-3949-7059410D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358EF27E-E2BD-EA10-8475-CEF0F2C794F6}"/>
              </a:ext>
            </a:extLst>
          </p:cNvPr>
          <p:cNvGrpSpPr/>
          <p:nvPr/>
        </p:nvGrpSpPr>
        <p:grpSpPr>
          <a:xfrm>
            <a:off x="3848100" y="0"/>
            <a:ext cx="16687800" cy="13716000"/>
            <a:chOff x="5334000" y="2971800"/>
            <a:chExt cx="13106400" cy="102108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4A66BCC-41D4-A50E-D88D-13BD45BEF0F7}"/>
                </a:ext>
              </a:extLst>
            </p:cNvPr>
            <p:cNvSpPr/>
            <p:nvPr/>
          </p:nvSpPr>
          <p:spPr>
            <a:xfrm>
              <a:off x="5334000" y="2971800"/>
              <a:ext cx="13106400" cy="10210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528DCE0-99D8-B2D4-F1E2-CE0AB609B601}"/>
                </a:ext>
              </a:extLst>
            </p:cNvPr>
            <p:cNvGrpSpPr/>
            <p:nvPr/>
          </p:nvGrpSpPr>
          <p:grpSpPr>
            <a:xfrm>
              <a:off x="5686592" y="3319325"/>
              <a:ext cx="12273260" cy="9347147"/>
              <a:chOff x="5686592" y="3319325"/>
              <a:chExt cx="12273260" cy="9347147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403189B9-D142-1FAC-2425-9F45329EDB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23691" y="3319325"/>
                <a:ext cx="12127017" cy="1971950"/>
              </a:xfrm>
              <a:prstGeom prst="rect">
                <a:avLst/>
              </a:prstGeom>
            </p:spPr>
          </p:pic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8F8008D3-10B1-C266-D80C-6752E91C5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7114" y="5291275"/>
                <a:ext cx="12127017" cy="5144796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21CEE532-2B63-2023-D705-66F78C52F7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86592" y="10554943"/>
                <a:ext cx="12273260" cy="211152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6600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준수 박</cp:lastModifiedBy>
  <cp:revision>7</cp:revision>
  <dcterms:created xsi:type="dcterms:W3CDTF">2006-08-16T00:00:00Z</dcterms:created>
  <dcterms:modified xsi:type="dcterms:W3CDTF">2026-03-16T01:50:30Z</dcterms:modified>
</cp:coreProperties>
</file>